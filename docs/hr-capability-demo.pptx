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593551f3414a51" /><Relationship Type="http://schemas.openxmlformats.org/officeDocument/2006/relationships/extended-properties" Target="/docProps/app.xml" Id="R31dd1de94e734a4a" /><Relationship Type="http://schemas.openxmlformats.org/officeDocument/2006/relationships/officeDocument" Target="/ppt/presentation.xml" Id="Ra033ae5fc7cc4e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d956572c804a58"/>
  </p:sldMasterIdLst>
  <p:notesMasterIdLst>
    <p:notesMasterId xmlns:r="http://schemas.openxmlformats.org/officeDocument/2006/relationships" r:id="R8cbbb4e2b5e44819"/>
  </p:notesMasterIdLst>
  <p:sldIdLst>
    <p:sldId xmlns:r="http://schemas.openxmlformats.org/officeDocument/2006/relationships" id="256" r:id="R4be597a90c1e4a5b"/>
    <p:sldId xmlns:r="http://schemas.openxmlformats.org/officeDocument/2006/relationships" id="257" r:id="R2117ece2262247c1"/>
    <p:sldId xmlns:r="http://schemas.openxmlformats.org/officeDocument/2006/relationships" id="258" r:id="R52e85c336405409d"/>
    <p:sldId xmlns:r="http://schemas.openxmlformats.org/officeDocument/2006/relationships" id="259" r:id="R388eceaa11884f25"/>
    <p:sldId xmlns:r="http://schemas.openxmlformats.org/officeDocument/2006/relationships" id="260" r:id="R60798d2a62574f11"/>
    <p:sldId xmlns:r="http://schemas.openxmlformats.org/officeDocument/2006/relationships" id="261" r:id="Rdb7fc847892841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986dcdd0044be9" /><Relationship Type="http://schemas.openxmlformats.org/officeDocument/2006/relationships/slideMaster" Target="/ppt/slideMasters/slideMaster1.xml" Id="R80d956572c804a58" /><Relationship Type="http://schemas.openxmlformats.org/officeDocument/2006/relationships/notesMaster" Target="/ppt/notesMasters/notesMaster1.xml" Id="R8cbbb4e2b5e44819" /><Relationship Type="http://schemas.openxmlformats.org/officeDocument/2006/relationships/presProps" Target="/ppt/presProps.xml" Id="R218e62b14aff4d29" /><Relationship Type="http://schemas.openxmlformats.org/officeDocument/2006/relationships/tableStyles" Target="/ppt/tableStyles.xml" Id="R0e6ce616f99c4861" /><Relationship Type="http://schemas.openxmlformats.org/officeDocument/2006/relationships/slide" Target="/ppt/slides/slide1.xml" Id="R4be597a90c1e4a5b" /><Relationship Type="http://schemas.openxmlformats.org/officeDocument/2006/relationships/slide" Target="/ppt/slides/slide2.xml" Id="R2117ece2262247c1" /><Relationship Type="http://schemas.openxmlformats.org/officeDocument/2006/relationships/slide" Target="/ppt/slides/slide3.xml" Id="R52e85c336405409d" /><Relationship Type="http://schemas.openxmlformats.org/officeDocument/2006/relationships/slide" Target="/ppt/slides/slide4.xml" Id="R388eceaa11884f25" /><Relationship Type="http://schemas.openxmlformats.org/officeDocument/2006/relationships/slide" Target="/ppt/slides/slide5.xml" Id="R60798d2a62574f11" /><Relationship Type="http://schemas.openxmlformats.org/officeDocument/2006/relationships/slide" Target="/ppt/slides/slide6.xml" Id="Rdb7fc847892841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2bd91a81b94a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052c62618a4517" /><Relationship Type="http://schemas.openxmlformats.org/officeDocument/2006/relationships/notesMaster" Target="/ppt/notesMasters/notesMaster1.xml" Id="R592f1b6a7b7841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a30a4d5c6d4c99" /><Relationship Type="http://schemas.openxmlformats.org/officeDocument/2006/relationships/notesMaster" Target="/ppt/notesMasters/notesMaster1.xml" Id="R84f9674bb4a74d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30ff57e7f84664" /><Relationship Type="http://schemas.openxmlformats.org/officeDocument/2006/relationships/notesMaster" Target="/ppt/notesMasters/notesMaster1.xml" Id="R2d7c6e3fe9874c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ca24bbb3794410" /><Relationship Type="http://schemas.openxmlformats.org/officeDocument/2006/relationships/notesMaster" Target="/ppt/notesMasters/notesMaster1.xml" Id="Rd346bd633c8f4b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48371294ee4dd8" /><Relationship Type="http://schemas.openxmlformats.org/officeDocument/2006/relationships/notesMaster" Target="/ppt/notesMasters/notesMaster1.xml" Id="R0664e7b09bc74e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9f028aabc64c7b" /><Relationship Type="http://schemas.openxmlformats.org/officeDocument/2006/relationships/notesMaster" Target="/ppt/notesMasters/notesMaster1.xml" Id="Reac9551cd8964d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开场只讲一个目标：HR 在自己的电脑上，用自己的 BOSS 账号，为自己选择的岗位跑通完整流程。界面不是当前重点，Coding Agent 可以协助完成安装和操作指导。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按从左到右讲完整闭环。强调搜索计划和评分标准都来自选定 JD，搜索筛选由 HR 决定，最终收藏也由 HR 决定。程序保存每一步结果，因此一次命令只推进一个阶段。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这一页用于消除两个担心。HR 不需要会写代码，Agent 可以完成安装、自检和指导。Agent 不接管账号，不读取 Cookie 或密钥，涉及 BOSS 和模型发送的真实步骤由 HR 看清摘要后输入确认文本。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建议现场先演示 A，确保流程短。再说明 B 和 C 是日常使用场景。筛选只作用于搜索路线，推荐渠道不受筛选影响，所以严格筛选时应关闭推荐。第二页只读取预先选定路线的第二页，不会自动无限翻页。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强调评分不是只给一个总分。HR 可以看到每个维度、引用的候选经历、信息缺口和风险，再决定是否收藏。示例候选与分数是虚构的版式示意。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现场演示建议使用 smoke 配置，减少真实请求数量。Coding Agent 可以提前完成安装和自检。演示人只需要展示选岗位、岗位材料、一次来源阶段，以及已有的示例报告。涉及收藏时可只讲核对流程，不必现场写入。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0a6bdba1e4b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764ee95bbe4c53" /><Relationship Type="http://schemas.openxmlformats.org/officeDocument/2006/relationships/slideLayout" Target="/ppt/slideLayouts/slideLayout1.xml" Id="R4a305b3e803c46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305b3e803c46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bc1687b844d6d" /><Relationship Type="http://schemas.openxmlformats.org/officeDocument/2006/relationships/notesSlide" Target="/ppt/notesSlides/notesSlide1.xml" Id="R893ba4a0801e4f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2845c4a9b46c4" /><Relationship Type="http://schemas.openxmlformats.org/officeDocument/2006/relationships/notesSlide" Target="/ppt/notesSlides/notesSlide2.xml" Id="R61977aa3a7474b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4bcd930414a9f" /><Relationship Type="http://schemas.openxmlformats.org/officeDocument/2006/relationships/notesSlide" Target="/ppt/notesSlides/notesSlide3.xml" Id="R334d0132c7ec40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7705213bd4cc7" /><Relationship Type="http://schemas.openxmlformats.org/officeDocument/2006/relationships/notesSlide" Target="/ppt/notesSlides/notesSlide4.xml" Id="R2b414b1d494746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29a415031474f" /><Relationship Type="http://schemas.openxmlformats.org/officeDocument/2006/relationships/notesSlide" Target="/ppt/notesSlides/notesSlide5.xml" Id="R41cd92a668364a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1677430da4869" /><Relationship Type="http://schemas.openxmlformats.org/officeDocument/2006/relationships/notesSlide" Target="/ppt/notesSlides/notesSlide6.xml" Id="Rdbfa2229bde64f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DDB4C-5CDA-4741-A113-C7DFEFF4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73DD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73DDD4"/>
                </a:solidFill>
                <a:latin typeface="Hiragino Sans GB"/>
                <a:ea typeface="Hiragino Sans GB"/>
                <a:cs typeface="Hiragino Sans GB"/>
              </a:rPr>
              <a:t>BOSS 招聘助手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F9837-50EC-4927-A5F5-BE85A6F7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42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让 HR 用自己的账号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完成候选搜索、评分和收藏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36693-8BD3-462D-8EB4-C502AE6E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D7E7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D7E7F0"/>
                </a:solidFill>
                <a:latin typeface="Hiragino Sans GB"/>
                <a:ea typeface="Hiragino Sans GB"/>
                <a:cs typeface="Hiragino Sans GB"/>
              </a:rPr>
              <a:t>Coding Agent 负责安装、检查和解释；HR 本人确认每一次真实操作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062F1-BC2C-4AF5-A087-BB8ABC35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96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8170D-2706-4362-9BA6-75886F5A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本人电脑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BE260-C1B3-4CAE-8901-C6C0081B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911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本人 BOSS 账号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798CC-FD4C-468C-B2CA-2BC8672A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911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本人选定的 JD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EFCEA-C3FB-46C2-9525-FEC3AD50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8FB0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8FB0C2"/>
                </a:solidFill>
                <a:latin typeface="Hiragino Sans GB"/>
                <a:ea typeface="Hiragino Sans GB"/>
                <a:cs typeface="Hiragino Sans GB"/>
              </a:rPr>
              <a:t>内部试用演示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C8405-6C2D-4A03-88AF-B50F45D1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10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B0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8FB0C2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3346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A963BA-612E-4684-89F8-09DBC2BF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当前可以完成的招聘闭环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FF36D-2F3C-4DD8-8999-540E9F21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从选定岗位开始，到候选人排序与收藏结束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EE145-8F20-4D40-89CD-40A931E0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09C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09C9A"/>
                </a:solidFill>
                <a:latin typeface="Hiragino Sans GB"/>
                <a:ea typeface="Hiragino Sans GB"/>
                <a:cs typeface="Hiragino Sans GB"/>
              </a:rPr>
              <a:t>BOSS 招聘助手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7E6D1-0118-498C-948D-034485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952625" cy="2476500"/>
          </a:xfrm>
          <a:prstGeom xmlns:a="http://schemas.openxmlformats.org/drawingml/2006/main" prst="roundRect">
            <a:avLst>
              <a:gd name="adj" fmla="val 10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BFA70-8D51-4A06-86B6-5174CE6B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812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E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F6FED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026DB-7803-4CC7-B4C4-CB6A17C2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76500"/>
            <a:ext cx="1600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选择岗位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BD483-B6C7-4556-81AA-2BB328F0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4325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读取本人开放岗位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固定一份 JD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120F2-09E1-47DA-82BA-6A766D24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809750"/>
            <a:ext cx="1952625" cy="2476500"/>
          </a:xfrm>
          <a:prstGeom xmlns:a="http://schemas.openxmlformats.org/drawingml/2006/main" prst="roundRect">
            <a:avLst>
              <a:gd name="adj" fmla="val 10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9C9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B0177-7E32-4BC7-8D65-B58EED6B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9812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9C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009C9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63F81-45EF-4692-842C-806E8406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76500"/>
            <a:ext cx="1600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生成策略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9207C-F445-45CA-83DC-866EE413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4325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形成评分标准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生成精准搜索路线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92FFC-F788-4E83-B61D-AC2A78D7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809750"/>
            <a:ext cx="1952625" cy="2476500"/>
          </a:xfrm>
          <a:prstGeom xmlns:a="http://schemas.openxmlformats.org/drawingml/2006/main" prst="roundRect">
            <a:avLst>
              <a:gd name="adj" fmla="val 10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A9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00752-B217-44E5-9899-FC91DC94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9812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2A9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2A93B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47726-AF6F-44DB-94E7-F4FEC33F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476500"/>
            <a:ext cx="1600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寻找候选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00BFA-344B-42A1-863E-AEB260C8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4325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推荐与搜索可组合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支持中文筛选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2200B-A9B4-4B54-A323-789E0EEB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809750"/>
            <a:ext cx="1952625" cy="2476500"/>
          </a:xfrm>
          <a:prstGeom xmlns:a="http://schemas.openxmlformats.org/drawingml/2006/main" prst="roundRect">
            <a:avLst>
              <a:gd name="adj" fmla="val 10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AE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9FDCF-BC55-4795-A07D-54D52163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812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AE6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BAE66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69FA3-1C51-4B76-8609-3314F90D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76500"/>
            <a:ext cx="1600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证据评分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17EB89-E292-450E-9993-A8F47530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4325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读取候选经历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按 JD 给分并排序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57F7FA-0974-495F-8943-D63B3483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809750"/>
            <a:ext cx="1952625" cy="2476500"/>
          </a:xfrm>
          <a:prstGeom xmlns:a="http://schemas.openxmlformats.org/drawingml/2006/main" prst="roundRect">
            <a:avLst>
              <a:gd name="adj" fmla="val 10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657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ECC24C-C455-4642-803E-21112AA5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9812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6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7657C8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F7FF85-4229-4937-8F93-B31B63AD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476500"/>
            <a:ext cx="1600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核对收藏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438842-B9AB-4480-A448-896352A7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14325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排除已收藏候选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本人选择后写入</a:t>
            </a:r>
          </a:p>
        </p:txBody>
      </p:sp>
      <p:cxnSp>
        <p:nvCxnSpPr>
          <p:cNvPr id="54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76500" y="30480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BBC7"/>
            </a:solidFill>
            <a:prstDash val="solid"/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800600" y="30480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BBC7"/>
            </a:solidFill>
            <a:prstDash val="solid"/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124700" y="30480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BBC7"/>
            </a:solidFill>
            <a:prstDash val="solid"/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448800" y="30480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BBC7"/>
            </a:solidFill>
            <a:prstDash val="solid"/>
            <a:tail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1F5F5C-9020-49A6-AC4E-A37154A4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05375"/>
            <a:ext cx="948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每个阶段都留下本地产物，失败后可以从状态继续，不需要从头重复整个流程。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3607C4-3C56-40BA-830B-2467AC9B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578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BOSS 请求严格串行；模型评分不会额外读取 BOSS。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895A74-A704-4F8A-92B3-5114AFC2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8AA0B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8AA0B2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512072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F9CED0-B855-4DEA-95B8-523A7957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HR 与 Coding Agent 的协作方式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1A71A-234E-44FD-96E3-693EA96C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Agent 降低使用门槛，真实账号操作始终由 HR 本人确认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DD348-0821-483E-B532-F904D65A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09C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09C9A"/>
                </a:solidFill>
                <a:latin typeface="Hiragino Sans GB"/>
                <a:ea typeface="Hiragino Sans GB"/>
                <a:cs typeface="Hiragino Sans GB"/>
              </a:rPr>
              <a:t>BOSS 招聘助手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28AD8-BA8D-4535-96EB-81E61512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952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F6FE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ED"/>
                </a:solidFill>
                <a:latin typeface="Hiragino Sans GB"/>
                <a:ea typeface="Hiragino Sans GB"/>
                <a:cs typeface="Hiragino Sans GB"/>
              </a:rPr>
              <a:t>CODING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32102-49D1-4E3C-AD97-3D97F84A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43325"/>
            <a:ext cx="1952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09C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9C9A"/>
                </a:solidFill>
                <a:latin typeface="Hiragino Sans GB"/>
                <a:ea typeface="Hiragino Sans GB"/>
                <a:cs typeface="Hiragino Sans GB"/>
              </a:rPr>
              <a:t>HR 本人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EAB24-2408-4A94-8AF7-75C30B08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668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405E7-4E85-43E7-A21A-8A412A5B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44780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Clone 公开仓库并安装依赖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44BFD-BAFE-4F19-A362-DAFBE8A9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668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7F6F4-F3E6-4B4F-A215-0B6CB3A2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668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E79F3-3B82-40C3-8CE3-B11196FE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4780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运行本地自检和离线测试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87A04-2DA4-4233-B415-6E2C63D7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6668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5321B-3B21-41C6-A813-B87925B9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668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254EC-EE7A-4EC5-BC73-37659904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4780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解释报错、配置场景、读取报告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96B38-8F89-453A-823A-FEFA7957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4332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C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9F2D0-1D92-40E4-929D-0727C49E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24275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在 Chrome 登录自己的招聘账号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D62620-7602-4B6C-90CD-5EB79808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9433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E08E0-F5EC-4133-A958-710483C1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4332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C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2CF4F-91B6-4A25-BB5E-FF030CCE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24275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选择 JD，并确认来源、详情和评分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B04E3-815D-401C-8773-9527BCE3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9433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F0D6C6-9323-4EDB-8C37-72488626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4332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C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4B8F4-52BF-4BDB-8A5A-68417B4C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24275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核对证据，选择要收藏的人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31FFF4-D666-472E-B099-661F0484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58FB21-BB87-43CE-83DA-AF85AF47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72125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D9575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D95757"/>
                </a:solidFill>
                <a:latin typeface="Hiragino Sans GB"/>
                <a:ea typeface="Hiragino Sans GB"/>
                <a:cs typeface="Hiragino Sans GB"/>
              </a:rPr>
              <a:t>Agent 不读取 Cookie、密钥或候选人隐私，也不代替 HR 点击真实确认。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6DABB4-82C0-4645-B06E-E3057E1D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8AA0B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8AA0B2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91376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D4D5B-FF00-4BBB-89EC-31BF66BF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三种典型使用场景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1167F-EBDD-4139-87F8-8F59502F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根据岗位供给情况调整来源数量与搜索筛选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69EE4-3BD6-4FE9-A3B1-70258881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09C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09C9A"/>
                </a:solidFill>
                <a:latin typeface="Hiragino Sans GB"/>
                <a:ea typeface="Hiragino Sans GB"/>
                <a:cs typeface="Hiragino Sans GB"/>
              </a:rPr>
              <a:t>BOSS 招聘助手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0263B-0A23-46BF-985E-59AE9F07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1906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6F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97498-DDC8-488E-8BB3-1FE10B64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583E7-1A39-4B01-BF8C-82B788EE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335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先快速试跑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8FBE3-10C0-47B8-AA62-4DC9FA64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52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用 smoke 配置读取少量来源，先确认岗位材料、候选报告和操作流程。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8B047-D851-4A74-BA57-2A9F6868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19275"/>
            <a:ext cx="33337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F6FE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F6FED"/>
                </a:solidFill>
                <a:latin typeface="Hiragino Sans GB"/>
                <a:ea typeface="Hiragino Sans GB"/>
                <a:cs typeface="Hiragino Sans GB"/>
              </a:rPr>
              <a:t>推荐 0　搜索 1　第二页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54860-C640-40E3-A219-CD87DF9F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0858500" cy="11906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C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28BC9-0207-472C-8899-CBB5B69E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C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DC3F8-FADE-4C68-98F4-3EB6EF97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99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严格筛选目标人群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38CD9-274C-4DFF-9ACF-026470BA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2902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关闭推荐，为全部搜索路线统一增加城市、经验、学历、薪资等中文条件。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6CE4F-1D90-41FD-9C1B-4A8122B5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95650"/>
            <a:ext cx="33337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09C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9C9A"/>
                </a:solidFill>
                <a:latin typeface="Hiragino Sans GB"/>
                <a:ea typeface="Hiragino Sans GB"/>
                <a:cs typeface="Hiragino Sans GB"/>
              </a:rPr>
              <a:t>示例：城市=杭州　工作经验=3-5年　学历=本科及以上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DAC85-A906-4A6C-AC61-BEEF1C8D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858500" cy="11906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2A9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56955-50F5-4105-92FA-D1B097D1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089F8-6574-44C8-9D16-9208C1DE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扩大新的候选供给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67981-D06A-4C8C-A39F-0A3E2866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054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增加精准搜索路线，为前几条路线读取第二页，并排除近 14 天已查看的人。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EB88C-8AB9-4CFA-9AEA-D6124171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72025"/>
            <a:ext cx="33337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2A9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2A93B"/>
                </a:solidFill>
                <a:latin typeface="Hiragino Sans GB"/>
                <a:ea typeface="Hiragino Sans GB"/>
                <a:cs typeface="Hiragino Sans GB"/>
              </a:rPr>
              <a:t>搜索 N 条　第二页 M 条　过滤近14天查看=开启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7BDA1-AD34-493E-80D0-1BE2EDF7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8AA0B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8AA0B2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9400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07372A-63B9-418F-A16E-A8750452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HR 最终看到的结果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B7B0A-D626-4363-92C8-C871221D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候选人按 JD 评分，结论带有原始经历证据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FEB39-C7D9-4B22-AC31-0907C9F6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09C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09C9A"/>
                </a:solidFill>
                <a:latin typeface="Hiragino Sans GB"/>
                <a:ea typeface="Hiragino Sans GB"/>
                <a:cs typeface="Hiragino Sans GB"/>
              </a:rPr>
              <a:t>BOSS 招聘助手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4E205-C5A5-4DAC-89AB-DA988CC8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候选排序示意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EF478-2463-44AC-AC41-43E8A2A1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5334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07B1E-2C15-49B9-97B1-690412B2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候选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BB423-7F89-4446-8317-FB7127CD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3360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2BAE6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2BAE66"/>
                </a:solidFill>
                <a:latin typeface="Hiragino Sans GB"/>
                <a:ea typeface="Hiragino Sans GB"/>
                <a:cs typeface="Hiragino Sans GB"/>
              </a:rPr>
              <a:t>82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0BC96-7D45-49BE-9F93-8CB53F47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行业与平台招商经历较强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F70A3-3CBB-4347-B04C-B287F95B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5334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C8367-FC38-4C7A-9757-E4D9B48E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99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候选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E83DB-A265-4122-9552-AE1D9F05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33725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009C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09C9A"/>
                </a:solidFill>
                <a:latin typeface="Hiragino Sans GB"/>
                <a:ea typeface="Hiragino Sans GB"/>
                <a:cs typeface="Hiragino Sans GB"/>
              </a:rPr>
              <a:t>71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B82BC-52A4-432A-8A84-4E263CC1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908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核心经验匹配，团队规模待确认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4D094-4D11-4152-B42B-C49663F6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5334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BC268-1D96-48DD-9465-D9F876B1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候选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D36EAE-40F1-4C25-9860-73E944C7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1338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F2A9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F2A93B"/>
                </a:solidFill>
                <a:latin typeface="Hiragino Sans GB"/>
                <a:ea typeface="Hiragino Sans GB"/>
                <a:cs typeface="Hiragino Sans GB"/>
              </a:rPr>
              <a:t>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64ECE-4CEB-486F-89CE-10B14185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910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有平台招商经验，缺少汽配证据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C902B-B443-4CF7-A3C1-9FA5B5B7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8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每名候选包含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C77C0F-E7AB-4A92-B820-72BEAFFA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F0EA1-0E0A-4445-AE2D-BE805771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812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评分维度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C339B0-F485-45DB-9EBA-BB206A07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24100"/>
            <a:ext cx="3762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每项分数和权重由选定 JD 决定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BBCDB8-A6F4-4C72-9CEC-8A09E632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76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60D8B1-BBA3-4EFD-A05D-D0873D30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575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原文证据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F7FAFD-ED5E-41A5-95D4-CCC2568E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00400"/>
            <a:ext cx="3762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正向判断必须对应候选经历原文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7D5AD0-389C-42D6-AC00-82A8B2BB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AFDE38-BB0A-427B-818E-A441F1B8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338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缺口与风险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D69A00-C83C-43CC-AC2D-7E2F3879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76700"/>
            <a:ext cx="3762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明确缺少什么，以及面试要核对什么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95CCE3-460C-4E7B-849F-34F32B8E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291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AE6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2F43D1-D18D-42C6-936E-859011B5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10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收藏状态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93A384-64EC-43E0-B4A5-D360D736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53000"/>
            <a:ext cx="3762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C7083"/>
                </a:solidFill>
                <a:latin typeface="Hiragino Sans GB"/>
                <a:ea typeface="Hiragino Sans GB"/>
                <a:cs typeface="Hiragino Sans GB"/>
              </a:rPr>
              <a:t>同步本人收藏列表，避免重复选择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3D234A-61DA-45E5-9B60-99511049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8799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8799A8"/>
                </a:solidFill>
                <a:latin typeface="Hiragino Sans GB"/>
                <a:ea typeface="Hiragino Sans GB"/>
                <a:cs typeface="Hiragino Sans GB"/>
              </a:rPr>
              <a:t>候选名称与分数仅用于演示版式，不代表真实招聘结果。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6E7B07-EC71-4FA7-A830-E43C2B70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8AA0B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8AA0B2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225505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A10D6-CD5C-4041-A845-016D08B7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5 分钟现场演示脚本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2CA9C-7789-42E4-B5C2-0F8FBC79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8FDAD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8FDAD3"/>
                </a:solidFill>
                <a:latin typeface="Hiragino Sans GB"/>
                <a:ea typeface="Hiragino Sans GB"/>
                <a:cs typeface="Hiragino Sans GB"/>
              </a:rPr>
              <a:t>公开仓库：github.com/mmh-hhh/boss-hire-hr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03ED0-B09A-42AA-95C2-C6879990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DDD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341D2-699F-46E4-8A60-C99CCAF5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859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把仓库地址交给 Coding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6141B-0FA1-457A-B991-821AC1C8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955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7D9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7D9E4"/>
                </a:solidFill>
                <a:latin typeface="Hiragino Sans GB"/>
                <a:ea typeface="Hiragino Sans GB"/>
                <a:cs typeface="Hiragino Sans GB"/>
              </a:rPr>
              <a:t>请 clone、安装、自检，并逐步指导我本人完成首次招聘流程。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F929A-9D9A-4D61-9EBC-19147019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DDD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37793-4C1E-4A04-A70D-06258AED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289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HR 本人选择岗位并生成岗位材料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AF864-F64A-412A-AB1C-E86C169D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575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E1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E19B"/>
                </a:solidFill>
                <a:latin typeface="Hiragino Sans GB"/>
                <a:ea typeface="Hiragino Sans GB"/>
                <a:cs typeface="Hiragino Sans GB"/>
              </a:rPr>
              <a:t>jobs --refresh　　jobs --select 编号　　prepare-job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36BF0-E592-4BB0-B502-6D4F29A3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DDD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3EA51-FC3F-4627-90DD-84520719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9097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按阶段寻找候选、评分并查看报告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74501-E45C-4BAB-89E0-BD5F1092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196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E1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E19B"/>
                </a:solidFill>
                <a:latin typeface="Hiragino Sans GB"/>
                <a:ea typeface="Hiragino Sans GB"/>
                <a:cs typeface="Hiragino Sans GB"/>
              </a:rPr>
              <a:t>configs　　start --config smoke　　status / continue　　report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A20BF-D82E-4773-BEB5-7E4B4663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96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C41E7-460D-413D-B1C7-35F96E7B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73DD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73DDD4"/>
                </a:solidFill>
                <a:latin typeface="Hiragino Sans GB"/>
                <a:ea typeface="Hiragino Sans GB"/>
                <a:cs typeface="Hiragino Sans GB"/>
              </a:rPr>
              <a:t>演示成功标准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ED0EB-5D42-47DF-8126-7D2479BA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600700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HR 用自己的账号和选定 JD，看到候选排序与证据，并能选择要收藏的人。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805F9-2E90-4C7A-B2D0-8285BA07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8FB0C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8FB0C2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5295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2026-09-10T09:09:11.6150000Z</dcterms:created>
  <dcterms:modified xsi:type="dcterms:W3CDTF">2026-09-10T09:09:11.6150000Z</dcterms:modified>
</coreProperties>
</file>